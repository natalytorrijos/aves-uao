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60" r:id="rId6"/>
    <p:sldId id="25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238" autoAdjust="0"/>
  </p:normalViewPr>
  <p:slideViewPr>
    <p:cSldViewPr snapToGrid="0">
      <p:cViewPr varScale="1">
        <p:scale>
          <a:sx n="55" d="100"/>
          <a:sy n="55" d="100"/>
        </p:scale>
        <p:origin x="102"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9796027F-7875-4030-9381-8BD8C4F21935}"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9/29/2026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7" name="Date Placeholder 4"/>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9/29/2026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9/29/2026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O" dirty="0"/>
              <a:t>Fundamentos Realidad Virtual</a:t>
            </a:r>
          </a:p>
        </p:txBody>
      </p:sp>
      <p:sp>
        <p:nvSpPr>
          <p:cNvPr id="3" name="Subtítulo 2"/>
          <p:cNvSpPr>
            <a:spLocks noGrp="1"/>
          </p:cNvSpPr>
          <p:nvPr>
            <p:ph type="subTitle" idx="1"/>
          </p:nvPr>
        </p:nvSpPr>
        <p:spPr/>
        <p:txBody>
          <a:bodyPr/>
          <a:lstStyle/>
          <a:p>
            <a:r>
              <a:rPr lang="es-CO" dirty="0"/>
              <a:t>PARCIAL 2</a:t>
            </a:r>
          </a:p>
        </p:txBody>
      </p:sp>
    </p:spTree>
    <p:extLst>
      <p:ext uri="{BB962C8B-B14F-4D97-AF65-F5344CB8AC3E}">
        <p14:creationId xmlns:p14="http://schemas.microsoft.com/office/powerpoint/2010/main" val="3318895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Problema a Resolver</a:t>
            </a:r>
          </a:p>
        </p:txBody>
      </p:sp>
      <p:sp>
        <p:nvSpPr>
          <p:cNvPr id="3" name="Marcador de contenido 2"/>
          <p:cNvSpPr>
            <a:spLocks noGrp="1"/>
          </p:cNvSpPr>
          <p:nvPr>
            <p:ph idx="1"/>
          </p:nvPr>
        </p:nvSpPr>
        <p:spPr/>
        <p:txBody>
          <a:bodyPr>
            <a:normAutofit/>
          </a:bodyPr>
          <a:lstStyle/>
          <a:p>
            <a:r>
              <a:rPr lang="es-ES" dirty="0"/>
              <a:t>La Universidad Autónoma de Occidente y sus alrededores ostentan una gran variedad de aves, que son parte del ambiente y de la diversidad de fauna que tenemos en nuestra ciudad.</a:t>
            </a:r>
          </a:p>
          <a:p>
            <a:endParaRPr lang="es-ES" dirty="0"/>
          </a:p>
          <a:p>
            <a:r>
              <a:rPr lang="es-ES" dirty="0"/>
              <a:t>A continuación, se plantean la necesidad de desarrollo para que con su grupo elaboren un proyecto acorde.</a:t>
            </a:r>
            <a:endParaRPr lang="es-CO" dirty="0"/>
          </a:p>
        </p:txBody>
      </p:sp>
    </p:spTree>
    <p:extLst>
      <p:ext uri="{BB962C8B-B14F-4D97-AF65-F5344CB8AC3E}">
        <p14:creationId xmlns:p14="http://schemas.microsoft.com/office/powerpoint/2010/main" val="386039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Problema a Resolver</a:t>
            </a:r>
          </a:p>
        </p:txBody>
      </p:sp>
      <p:sp>
        <p:nvSpPr>
          <p:cNvPr id="3" name="Marcador de contenido 2"/>
          <p:cNvSpPr>
            <a:spLocks noGrp="1"/>
          </p:cNvSpPr>
          <p:nvPr>
            <p:ph idx="1"/>
          </p:nvPr>
        </p:nvSpPr>
        <p:spPr>
          <a:xfrm>
            <a:off x="944880" y="1853248"/>
            <a:ext cx="9723120" cy="4699952"/>
          </a:xfrm>
        </p:spPr>
        <p:txBody>
          <a:bodyPr>
            <a:normAutofit fontScale="92500"/>
          </a:bodyPr>
          <a:lstStyle/>
          <a:p>
            <a:r>
              <a:rPr lang="es-ES" dirty="0"/>
              <a:t>Se quiere desarrollar una aplicativo en realidad aumentada que pueda llegar a funcionar como guía de avistamiento e información de las distintas especies de aves que se pueden encontrar en el campus UAO</a:t>
            </a:r>
          </a:p>
          <a:p>
            <a:endParaRPr lang="es-ES" dirty="0"/>
          </a:p>
          <a:p>
            <a:r>
              <a:rPr lang="es-ES" dirty="0"/>
              <a:t>La UAO propiamente posee una base de datos con las aves circundantes, con la cual se debe alimentar la aplicación, para así tener información muy puntual sobre las aves, imágenes, sonidos, textos, etc. Que brinden a los usuarios una experiencia muy informativa y completa de las aves UAO.</a:t>
            </a:r>
          </a:p>
          <a:p>
            <a:endParaRPr lang="es-ES" dirty="0"/>
          </a:p>
          <a:p>
            <a:r>
              <a:rPr lang="es-CO" dirty="0"/>
              <a:t>Se debe tener un momento de experiencia en Realidad Aumentada en el cual le brinde al usuario esa experiencia adicional a la información académica mostrada, pero no debe ser algo “por poner”. La experiencia en RA debe ser el corazón de la aplicación, lo que llame la atención y le despierte a la gente el interés de usar el aplicativo.</a:t>
            </a:r>
          </a:p>
        </p:txBody>
      </p:sp>
    </p:spTree>
    <p:extLst>
      <p:ext uri="{BB962C8B-B14F-4D97-AF65-F5344CB8AC3E}">
        <p14:creationId xmlns:p14="http://schemas.microsoft.com/office/powerpoint/2010/main" val="2419535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Problema a Resolver</a:t>
            </a:r>
          </a:p>
        </p:txBody>
      </p:sp>
      <p:sp>
        <p:nvSpPr>
          <p:cNvPr id="3" name="Marcador de contenido 2"/>
          <p:cNvSpPr>
            <a:spLocks noGrp="1"/>
          </p:cNvSpPr>
          <p:nvPr>
            <p:ph idx="1"/>
          </p:nvPr>
        </p:nvSpPr>
        <p:spPr/>
        <p:txBody>
          <a:bodyPr>
            <a:normAutofit/>
          </a:bodyPr>
          <a:lstStyle/>
          <a:p>
            <a:r>
              <a:rPr lang="es-ES" dirty="0"/>
              <a:t>La aplicación debe tener una interacción en RA de tipo quiz, en donde deberán validar que el usuario aprendió sobre las aves y el entorno UAO.</a:t>
            </a:r>
          </a:p>
          <a:p>
            <a:endParaRPr lang="es-ES" dirty="0"/>
          </a:p>
          <a:p>
            <a:r>
              <a:rPr lang="es-ES" dirty="0"/>
              <a:t>Esta actividad queda a libre desarrollo del grupo, deben proponer una actividad interactiva e inmersiva referente a la temática tratada.</a:t>
            </a:r>
          </a:p>
          <a:p>
            <a:endParaRPr lang="es-ES" dirty="0"/>
          </a:p>
          <a:p>
            <a:endParaRPr lang="es-CO" dirty="0"/>
          </a:p>
        </p:txBody>
      </p:sp>
    </p:spTree>
    <p:extLst>
      <p:ext uri="{BB962C8B-B14F-4D97-AF65-F5344CB8AC3E}">
        <p14:creationId xmlns:p14="http://schemas.microsoft.com/office/powerpoint/2010/main" val="3375714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Requerimientos Técnicos</a:t>
            </a:r>
          </a:p>
        </p:txBody>
      </p:sp>
      <p:sp>
        <p:nvSpPr>
          <p:cNvPr id="3" name="Marcador de contenido 2"/>
          <p:cNvSpPr>
            <a:spLocks noGrp="1"/>
          </p:cNvSpPr>
          <p:nvPr>
            <p:ph idx="1"/>
          </p:nvPr>
        </p:nvSpPr>
        <p:spPr/>
        <p:txBody>
          <a:bodyPr>
            <a:normAutofit/>
          </a:bodyPr>
          <a:lstStyle/>
          <a:p>
            <a:r>
              <a:rPr lang="es-CO" dirty="0"/>
              <a:t>Aplicativo RA, debe poderse usar desde un dispositivos Android o IOS (teniendo en cuenta las contraindicaciones que esto trae).</a:t>
            </a:r>
          </a:p>
          <a:p>
            <a:r>
              <a:rPr lang="es-CO" dirty="0"/>
              <a:t>Animaciones, audios, videos, etc. De acuerdo a la información que se este dando o interacción con el usuario.</a:t>
            </a:r>
          </a:p>
          <a:p>
            <a:r>
              <a:rPr lang="es-CO" dirty="0"/>
              <a:t>Sonidos acordes a las acciones en la aplicación.</a:t>
            </a:r>
          </a:p>
          <a:p>
            <a:r>
              <a:rPr lang="es-CO" b="1" dirty="0"/>
              <a:t>MINIMO</a:t>
            </a:r>
            <a:r>
              <a:rPr lang="es-CO" dirty="0"/>
              <a:t> 5 interacciones RA</a:t>
            </a:r>
          </a:p>
        </p:txBody>
      </p:sp>
    </p:spTree>
    <p:extLst>
      <p:ext uri="{BB962C8B-B14F-4D97-AF65-F5344CB8AC3E}">
        <p14:creationId xmlns:p14="http://schemas.microsoft.com/office/powerpoint/2010/main" val="79186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Entrega Parcial 2</a:t>
            </a:r>
          </a:p>
        </p:txBody>
      </p:sp>
      <p:sp>
        <p:nvSpPr>
          <p:cNvPr id="3" name="Marcador de contenido 2"/>
          <p:cNvSpPr>
            <a:spLocks noGrp="1"/>
          </p:cNvSpPr>
          <p:nvPr>
            <p:ph idx="1"/>
          </p:nvPr>
        </p:nvSpPr>
        <p:spPr>
          <a:xfrm>
            <a:off x="1103312" y="1824318"/>
            <a:ext cx="9404723" cy="4576482"/>
          </a:xfrm>
        </p:spPr>
        <p:txBody>
          <a:bodyPr>
            <a:normAutofit/>
          </a:bodyPr>
          <a:lstStyle/>
          <a:p>
            <a:r>
              <a:rPr lang="es-CO" dirty="0"/>
              <a:t>Aplicativo funcional en pagina web (o APK dado el caso)</a:t>
            </a:r>
          </a:p>
          <a:p>
            <a:r>
              <a:rPr lang="es-CO" dirty="0"/>
              <a:t>Exposición del proyecto tipo PITCH en donde deben presentar su proyecto ante jurados de la U.</a:t>
            </a:r>
          </a:p>
          <a:p>
            <a:endParaRPr lang="es-CO" dirty="0"/>
          </a:p>
          <a:p>
            <a:r>
              <a:rPr lang="es-CO" dirty="0"/>
              <a:t>El PITCH se divide de la siguiente manera:</a:t>
            </a:r>
          </a:p>
          <a:p>
            <a:pPr lvl="1"/>
            <a:r>
              <a:rPr lang="es-CO" dirty="0"/>
              <a:t>5 Minutos presentación del proyecto</a:t>
            </a:r>
          </a:p>
          <a:p>
            <a:pPr lvl="1"/>
            <a:r>
              <a:rPr lang="es-CO" dirty="0"/>
              <a:t>5 minutos de preguntas sobre su proyecto</a:t>
            </a:r>
          </a:p>
          <a:p>
            <a:pPr lvl="1"/>
            <a:endParaRPr lang="es-CO" dirty="0"/>
          </a:p>
          <a:p>
            <a:r>
              <a:rPr lang="es-CO" b="1" dirty="0"/>
              <a:t>El mejor proyecto podrá ser elegido como aplicativo oficial de uso para ser mostrado ante la comunidad en general, y ver posibilidad de continuar su desarrollo.</a:t>
            </a:r>
          </a:p>
        </p:txBody>
      </p:sp>
    </p:spTree>
    <p:extLst>
      <p:ext uri="{BB962C8B-B14F-4D97-AF65-F5344CB8AC3E}">
        <p14:creationId xmlns:p14="http://schemas.microsoft.com/office/powerpoint/2010/main" val="14588164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163</TotalTime>
  <Words>410</Words>
  <Application>Microsoft Office PowerPoint</Application>
  <PresentationFormat>Panorámica</PresentationFormat>
  <Paragraphs>30</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Century Gothic</vt:lpstr>
      <vt:lpstr>Wingdings 3</vt:lpstr>
      <vt:lpstr>Ion</vt:lpstr>
      <vt:lpstr>Fundamentos Realidad Virtual</vt:lpstr>
      <vt:lpstr>Problema a Resolver</vt:lpstr>
      <vt:lpstr>Problema a Resolver</vt:lpstr>
      <vt:lpstr>Problema a Resolver</vt:lpstr>
      <vt:lpstr>Requerimientos Técnicos</vt:lpstr>
      <vt:lpstr>Entrega Parcial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Realidad Virtual</dc:title>
  <dc:creator>Usuario</dc:creator>
  <cp:lastModifiedBy>Usuario</cp:lastModifiedBy>
  <cp:revision>25</cp:revision>
  <dcterms:created xsi:type="dcterms:W3CDTF">2023-09-21T22:28:31Z</dcterms:created>
  <dcterms:modified xsi:type="dcterms:W3CDTF">2026-09-29T21:28:43Z</dcterms:modified>
</cp:coreProperties>
</file>